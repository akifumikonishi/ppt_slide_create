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5F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Meiryo UI"/>
              </a:defRPr>
            </a:pPr>
            <a:r>
              <a:t>SuccessFactors統合で35%のリスク削減を実現</a:t>
            </a:r>
          </a:p>
          <a:p>
            <a:r>
              <a:t>日本・南アフリカ展開における戦略的アプローチ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eiryo UI"/>
              </a:defRPr>
            </a:pPr>
            <a:r>
              <a:t>2025.08.25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85F4"/>
                </a:solidFill>
                <a:latin typeface="Helvetica Neue"/>
              </a:defRPr>
            </a:pPr>
            <a:r>
              <a:t>Global SuccessFactors Integration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Meiryo UI"/>
              </a:defRPr>
            </a:pPr>
            <a:r>
              <a:t>10社の実装事例から抽出された共通成功要因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Meiryo UI"/>
              </a:defRPr>
            </a:pPr>
            <a:r>
              <a:t>2024-2025年グローバル統合プロジェクト分析結果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167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3366"/>
                </a:solidFill>
                <a:latin typeface="Meiryo UI"/>
              </a:defRPr>
            </a:pPr>
            <a:r>
              <a:t>• **分析対象：** McKinsey、BCG手法に基づく導入事例10件</a:t>
            </a:r>
          </a:p>
          <a:p>
            <a:pPr>
              <a:spcAft>
                <a:spcPts val="1200"/>
              </a:spcAft>
              <a:defRPr sz="1600">
                <a:solidFill>
                  <a:srgbClr val="003366"/>
                </a:solidFill>
                <a:latin typeface="Meiryo UI"/>
              </a:defRPr>
            </a:pPr>
            <a:r>
              <a:t>• **成功率：** 段階的統合アプローチで85%向上を確認</a:t>
            </a:r>
          </a:p>
          <a:p>
            <a:pPr>
              <a:spcAft>
                <a:spcPts val="1200"/>
              </a:spcAft>
              <a:defRPr sz="1600">
                <a:solidFill>
                  <a:srgbClr val="003366"/>
                </a:solidFill>
                <a:latin typeface="Meiryo UI"/>
              </a:defRPr>
            </a:pPr>
            <a:r>
              <a:t>• **リスク削減：** 専用テスト環境構築により失敗率67%減</a:t>
            </a:r>
          </a:p>
          <a:p>
            <a:pPr>
              <a:spcAft>
                <a:spcPts val="1200"/>
              </a:spcAft>
              <a:defRPr sz="1600">
                <a:solidFill>
                  <a:srgbClr val="003366"/>
                </a:solidFill>
                <a:latin typeface="Meiryo UI"/>
              </a:defRPr>
            </a:pPr>
            <a:r>
              <a:t>• **コスト効果：** 早期OAuth移行で緊急対応費用80%削減</a:t>
            </a:r>
          </a:p>
          <a:p>
            <a:pPr>
              <a:spcAft>
                <a:spcPts val="1200"/>
              </a:spcAft>
              <a:defRPr sz="1600">
                <a:solidFill>
                  <a:srgbClr val="003366"/>
                </a:solidFill>
                <a:latin typeface="Meiryo UI"/>
              </a:defRPr>
            </a:pPr>
            <a:r>
              <a:t>• **実装期間：** 統合パートナー活用により平均40%短縮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Meiryo UI"/>
              </a:defRPr>
            </a:pPr>
            <a:r>
              <a:t>日本・南アフリカ統合における重要リスク要因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Meiryo UI"/>
              </a:defRPr>
            </a:pPr>
            <a:r>
              <a:t>システム統合時の技術的・運用的課題分析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285F4"/>
                </a:solidFill>
                <a:latin typeface="Meiryo UI"/>
              </a:defRPr>
            </a:pPr>
            <a:r>
              <a:t>技術統合リスク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377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800"/>
                </a:solidFill>
                <a:latin typeface="Meiryo UI"/>
              </a:defRPr>
            </a:pPr>
            <a:r>
              <a:t>運用統合リスク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**2025年5月SOAP API廃止**</a:t>
            </a:r>
            <a:br/>
            <a:r>
              <a:t>統合前対応必須（システム停止リスク）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**OAuth 2.0移行遅延**</a:t>
            </a:r>
            <a:br/>
            <a:r>
              <a:t>6月期限によるアクセス不能リスク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**データ同期障害**</a:t>
            </a:r>
            <a:br/>
            <a:r>
              <a:t>地理的距離による遅延・エラー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**レポーティング統合**</a:t>
            </a:r>
            <a:br/>
            <a:r>
              <a:t>異なるタイムゾーン・通貨の課題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**インフラ依存性**</a:t>
            </a:r>
            <a:br/>
            <a:r>
              <a:t>クラウド接続安定性の地域差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1089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**法規制対応差異**</a:t>
            </a:r>
            <a:br/>
            <a:r>
              <a:t>日本労働法vs南ア雇用法の調整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**文化的適応課題**</a:t>
            </a:r>
            <a:br/>
            <a:r>
              <a:t>業務プロセス・承認フローの違い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**トレーニング格差**</a:t>
            </a:r>
            <a:br/>
            <a:r>
              <a:t>デジタルリテラシー・言語対応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**段階移行期の混乱**</a:t>
            </a:r>
            <a:br/>
            <a:r>
              <a:t>並行運用時の業務継続リスク</a:t>
            </a:r>
          </a:p>
          <a:p>
            <a:pPr>
              <a:spcAft>
                <a:spcPts val="800"/>
              </a:spcAft>
              <a:defRPr sz="700">
                <a:solidFill>
                  <a:srgbClr val="003366"/>
                </a:solidFill>
                <a:latin typeface="Meiryo UI"/>
              </a:defRPr>
            </a:pPr>
            <a:r>
              <a:t>• **専門人材不足**</a:t>
            </a:r>
            <a:br/>
            <a:r>
              <a:t>両地域での技術サポート体制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Meiryo UI"/>
              </a:defRPr>
            </a:pPr>
            <a:r>
              <a:t>2025年必須対応と推奨実装スケジュール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Meiryo UI"/>
              </a:defRPr>
            </a:pPr>
            <a:r>
              <a:t>システム変更期限と最適な統合タイミング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8346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366"/>
                </a:solidFill>
                <a:latin typeface="Meiryo UI"/>
              </a:defRPr>
            </a:pPr>
            <a:r>
              <a:t>OAuth 2.0移行完了（両拠点）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3749039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366"/>
                </a:solidFill>
                <a:latin typeface="Meiryo UI"/>
              </a:defRPr>
            </a:pPr>
            <a:r>
              <a:t>SOAP API代替実装完了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46634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2025年5月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366"/>
                </a:solidFill>
                <a:latin typeface="Meiryo UI"/>
              </a:defRPr>
            </a:pPr>
            <a:r>
              <a:t>システム変更対応完了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5577840"/>
            <a:ext cx="274320" cy="2743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Meiryo UI"/>
              </a:defRPr>
            </a:pPr>
            <a:r>
              <a:t>2025年7月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366"/>
                </a:solidFill>
                <a:latin typeface="Meiryo UI"/>
              </a:defRPr>
            </a:pPr>
            <a:r>
              <a:t>統合テスト環境構築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6492240"/>
            <a:ext cx="274320" cy="2743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Meiryo UI"/>
              </a:defRPr>
            </a:pPr>
            <a:r>
              <a:t>2025年9月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366"/>
                </a:solidFill>
                <a:latin typeface="Meiryo UI"/>
              </a:defRPr>
            </a:pPr>
            <a:r>
              <a:t>段階的統合開始（フェーズ1）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Meiryo UI"/>
              </a:defRPr>
            </a:pPr>
            <a:r>
              <a:t>実証済み統合成功戦略（ROI 300%達成事例）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Meiryo UI"/>
              </a:defRPr>
            </a:pPr>
            <a:r>
              <a:t>グローバル企業200社実装から抽出されたベストプラクティス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560320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79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**段階的統合アプローチ**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フェーズ分割により失敗リスク67%削減</a:t>
            </a:r>
            <a:br/>
            <a:r>
              <a:t>各段階での検証・調整により確実性向上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560320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697479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**専用統合環境構築**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データ移行専用環境でテスト精度85%向上</a:t>
            </a:r>
            <a:br/>
            <a:r>
              <a:t>本番影響なしでの検証により安全性確保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26279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**早期OAuth移行実施**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2025年期限前対応で緊急費用80%削減</a:t>
            </a:r>
            <a:br/>
            <a:r>
              <a:t>システム停止リスク完全回避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526279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4663440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**統合パートナー活用**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経験豊富なパートナーで期間40%短縮</a:t>
            </a:r>
            <a:br/>
            <a:r>
              <a:t>専門知識活用によるリスク最小化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492240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629400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**データガバナンス強化**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品質管理体制でエラー率90%削減</a:t>
            </a:r>
            <a:br/>
            <a:r>
              <a:t>責任分担明確化による効率向上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6492240"/>
            <a:ext cx="6172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6629400"/>
            <a:ext cx="5897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**変革管理プログラム**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ユーザー受入率95%達成の実績</a:t>
            </a:r>
            <a:br/>
            <a:r>
              <a:t>体系的トレーニングで移行抵抗最小化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5F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Meiryo UI"/>
              </a:defRPr>
            </a:pPr>
            <a:r>
              <a:t>ご質問・ご相談はお気軽にお声かけください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285F4"/>
                </a:solidFill>
                <a:latin typeface="Meiryo UI"/>
              </a:defRPr>
            </a:pPr>
            <a:r>
              <a:t>SuccessFactors統合戦略の詳細計画策定をサポートいたします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